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trains an operator to run TrackVault end to end. Nothing here requires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DPDP RULES 2025 · OPERATOR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</a:t>
            </a:r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compliance,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not guessed.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a DPDPA assessment end to end: onboard a customer, gather inputs,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assess, report, monitor — and what the customer sees on their side.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PENALTY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12648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7824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THEMES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TrackVault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rulebook-driven DPDPA compliance engine: India's DPDP Act 2023 + Rules 2025 encoded as 86 verifiable checkpoints.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checkpoint gets a verdict — COMPLIANT, PARTIAL, GAP, NA, or TBC — with masked, hash-stamped evidence.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come from three places: automated web/cloud/endpoint scanning, the customer's questionnaire, and uploaded documents.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first: machines check what they can; humans confirm only what machines can't see (TBC items).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is versioned — when MeitY updates the Rules, checkpoints update and changes are flagged, never silent.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002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67728" y="2148840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D8F5E1"/>
          </a:solidFill>
          <a:ln/>
        </p:spPr>
      </p:sp>
      <p:sp>
        <p:nvSpPr>
          <p:cNvPr id="8" name="Text 6"/>
          <p:cNvSpPr/>
          <p:nvPr/>
        </p:nvSpPr>
        <p:spPr>
          <a:xfrm>
            <a:off x="6967728" y="2139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49640" y="2121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place, evidence attached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67728" y="2862072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FBEEC2"/>
          </a:solidFill>
          <a:ln/>
        </p:spPr>
      </p:sp>
      <p:sp>
        <p:nvSpPr>
          <p:cNvPr id="11" name="Text 9"/>
          <p:cNvSpPr/>
          <p:nvPr/>
        </p:nvSpPr>
        <p:spPr>
          <a:xfrm>
            <a:off x="6967728" y="2852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496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arrangement exists; incomplete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67728" y="3575304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FBE2E0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3566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1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9640" y="3547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and missing — with remediation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67728" y="4288536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E2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4279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4261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apply to this organisation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67728" y="5001768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E4E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49926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4974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couldn't see it — needs a human answer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what it 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who sees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side (you)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51572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everything: users, settings, audit, rulebook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cs / legal — day-to-day assessment work; cs &amp; legal can publish rulebook updates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assessments, imports customer data, sends reports, sets monitoring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3952" y="2212848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side (submit-only, by design)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3952" y="2532888"/>
            <a:ext cx="49743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client login per company — reports can never cross companies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their report, history, questionnaire, notifications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anything — running assessments is operator work (that's the billable service)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password? Admin sets a new client login from the company 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roles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site and appearance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opens on a live assessment panel — visitors see the product working before they read a word.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navigation: Home · How it works · About us · Contact · Sign in.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page: request-a-slot email button and a sign-in shortcut for existing customers.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is admin-controlled: Settings → Appearance applies one of six themes app-wide,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6459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8484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THEMES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84848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Sentinel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325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default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8484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Obsidian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32520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violet &amp; teal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84848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38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Ledger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32520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serif, burnt orange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3922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32520" y="3922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blue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84848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Light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enterprise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Midnight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&amp; cyan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public site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customer (2 minutes)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operator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dashboard opens — every engagement in one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company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93592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websites (optional). The websites power the automated web scan.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client login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5664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company page: set the customer's email + temporary password. One active login per company.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7736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7736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credentials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17736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signs in, sees their workspace, and starts providing inputs.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'Redirect all email' (Settings) pointed at yourself while onboarding — no accidental customer emails.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onboarding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customer data in — three reliable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 (preferred)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sectioned questionnaire template (Start Here consent sheet + dropdowns incl. N/A). Customer fills it; you upload it back. Parsed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with a control column + status column: Excel, Word, PDF, CSV — or simply paste rows like  SEC-01, gap, no policy, IT.  Fuzzy matching handles SEC-1 / sec01 / 'not compliant'.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5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questionnaire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answers online in their portal — or you fill it during a call. Use the '🎯 confirm what automation couldn't' filter to show only the open TBC items.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AI document reader exists but is parked (off by default) until it meets our accuracy bar — the paths above are the supported ones.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data 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(OPTIONAL)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connectors — consent-gated, read-only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S3 encryption, CloudTrail, GuardDuty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Azure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Defender, storage encryption, activity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Intune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posture: disk encryption, compliance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GCP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audit logging, service accounts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AD / GPO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lockout policy — upload/paste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 review — upload/paste config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engagement: explicit consent recorded per system · read-only credentials only · secrets encrypted at rest (envelope encryption) · decrypted in memory only during a scan.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= connector simply doesn't run. The report shows it as 'configured but not consented'.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connectors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on the company page: Run assessment.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scans consented websites &amp; systems, merges questionnaire answers, and resolves all 86 checkpoints.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findings beat declarations — if the customer says 'compliant' but the scan finds a gap, the gap wins.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a snapshot: score, counts, evidence — nothing is overwritten, history is permanent.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panel shows % automated vs % declared, and how many checkpoints still need human confirmation.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64592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6288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76288" y="224028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donut + verdict counts update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vs the previous run are detected automatically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gets a portal notification (and email, if enabled)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raise an ALERT instead of a plain 'report ready'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assessment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PDF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score donut, executive summary, findings gaps-first with evidence excerpts, remediation recommendations, disclaimer. Open → Print → Save as PDF.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bar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shows what % was verified automatically vs declared by the customer — and lists exactly which items still await input. Honest reports sell.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5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report from the company page (attachment included), or the customer downloads it from their portal. Every send is logged in the delivery log.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reporting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compare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every assessment ever run, with score and date — open any past report on demand.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any two reports side by side: what improved, what regressed, what's new.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compare arrow is green when the score went up, red when it went down.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renewal conversation: 'you were 22% in March, you're 61% now — here's what closed.'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6288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76288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not a one-time certificate.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posture that drifts.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76288" y="33832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measurement is the product's moat — and your recurring revenue.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history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ENGAGED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company, set a monitoring cadence: monthly or quarterly re-assessment (or off).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re-runs the assessment automatically when it falls due.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alert types: REGRESSION (a checkpoint got worse), NEW THIRD PARTY (a new tracker appeared), RULEBOOK CHANGED (the law moved).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reach the customer's portal bell and their email — and appear on your company page too.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0B1611"/>
          </a:solidFill>
          <a:ln w="12700">
            <a:solidFill>
              <a:srgbClr val="1D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D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 — 1 change needs attention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67728" y="2377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[Regression] SEC-01 Reasonable security safeguards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COMPLIANT → GAP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67728" y="3200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score: 16.7%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in: yourdomain/login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67728" y="4206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receives when something regresses between runs.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monitoring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email safety, and the delivery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(no restart)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email on/off · sender address · appearance (6 themes). Changes apply immediately, app-wide, and are audit-logged.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— the safety net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'Redirect all email to' your own address and EVERY outgoing email goes only there — never to a real customer. Use it for walkthroughs and onboarding. Clear it to go live.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notification &amp; report email with its intended recipient, any redirect, and its status (sent / simulated / disabled / error). Your audit trail for 'did they get it?'.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guarantee: one active client login per company, and every email is keyed to that company — reports cannot cross customers.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settings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sees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three-step workspace: 1. Questionnaire → 2. Infrastructure access (optional) → 3. Submit my inputs.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live on their own page — grouped by day, one line per message, expandable — with an unread badge in the top menu.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report, history, and past assessments — download as PDF anytime.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buttons anywhere. They provide inputs; your team does the assessing.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TO THE CUSTOMER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67728" y="22860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answer a questionnaire once and grant read-only access.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you against all 86 checkpoints, prove every finding, and watch your posture continuously.”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customer 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— the answers you'll be asked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Secrets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credentials envelope-encrypted at rest; decrypted in memory only during a scan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masked in evidence excerpts; every excerpt hash-stamped (tamper-evident)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🧑‍⚖  Access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104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argon2 passwords, expiring sessions, CSRF protection, rate limiting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Audit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of every sensitive action — who, what, when, from where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Isolation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customer's data in their own workspace; one client login per company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Hardening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Content-Security-Policy, security headers, non-root container, HTTPS deploy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runbook — 10 minutes,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4160520"/>
          </a:xfrm>
          <a:prstGeom prst="roundRect">
            <a:avLst>
              <a:gd name="adj" fmla="val 1758"/>
            </a:avLst>
          </a:prstGeom>
          <a:solidFill>
            <a:srgbClr val="F5F7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7592" y="17739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7739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confirm 'Redirect all email' points at YOU. Pick the theme you present 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816352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07592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761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live panel talk. Point at the stat band: 86 · ₹250 cr · Nov 2026.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803904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07592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(operator)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table → open the sample company.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91456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07592" y="4736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inputs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47365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 download → direct import (paste 2 rows live) → 🎯 targeted questionnaire.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17739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assessment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17739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score + coverage update. Open the client report → Print preview.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816352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2761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→ compare two runs. Green arrow = progress story.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803904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85432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cadence to monthly. Show the alert notification + delivery log.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4791456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5432" y="4736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47365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browser: sign in as the client. Submit-only workspace, notifications page, report download.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promise the AI reader, never promise remediation — we identify gaps; we act only with consent.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runbook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Measure. Prove. Watch.</a:t>
            </a:r>
            <a:pPr indent="0" marL="0">
              <a:buNone/>
            </a:pPr>
            <a:r>
              <a:rPr lang="en-US" sz="2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That's the whole job.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during a live engagement? Your admin and this deck's runbook slide come first.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2026-08-09T04:24:23Z</dcterms:created>
  <dcterms:modified xsi:type="dcterms:W3CDTF">2026-08-09T04:24:23Z</dcterms:modified>
</cp:coreProperties>
</file>